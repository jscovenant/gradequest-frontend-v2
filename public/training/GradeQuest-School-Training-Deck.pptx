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run the school from one trusted platform.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everyone should know their next action.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gradequest connects the whole school day.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start with context, then choose the workflow.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set up in dependency order.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one accurate profile prevents many errors.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fees move from obligation to evidence.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review is the release gate.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record exceptions early enough to act.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send the right message to the right audience.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rehearse before candidates arrive.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capacity and assignments must stay visible.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protect service continuity and report issues well.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use one realistic school-day scenario.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a simple operating rhythm keeps data healthy.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guidance: Use this slide to explain leave training with owners, dates and a support path. Ask participants to identify the owner of the workflow in their school.
[Sources]
- GradeQuest product workflows and repository, accessed 2026-08-08.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3931920" cy="3931920"/>
          </a:xfrm>
          <a:prstGeom prst="ellipse">
            <a:avLst/>
          </a:prstGeom>
          <a:solidFill>
            <a:srgbClr val="D300B0">
              <a:alpha val="95000"/>
            </a:srgbClr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594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the school from one trusted platform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015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9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for school teams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961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School &amp; Individual User Training • August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OUTCOME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Everyone should know their next action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users can navigate safely, complete their role workflows and know when to escalate.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1000232" cy="1508760"/>
          </a:xfrm>
          <a:prstGeom prst="roundRect">
            <a:avLst>
              <a:gd name="adj" fmla="val 4848"/>
            </a:avLst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182112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UP → OPERATE → REVIEW → IMPROVE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OPERATING MODEL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 connects the whole school day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record flows across academics, finance, communication and operations.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423160"/>
            <a:ext cx="2651760" cy="2651760"/>
          </a:xfrm>
          <a:prstGeom prst="ellipse">
            <a:avLst/>
          </a:prstGeom>
          <a:solidFill>
            <a:srgbClr val="1D151F"/>
          </a:solidFill>
          <a:ln w="25400">
            <a:solidFill>
              <a:srgbClr val="D30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2971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SCHOOL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40680" y="1444752"/>
            <a:ext cx="128016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1536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82612" y="2033959"/>
            <a:ext cx="128016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74052" y="2125399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0" y="3456432"/>
            <a:ext cx="128016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3547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82612" y="4878905"/>
            <a:ext cx="128016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74052" y="4970345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40680" y="5468112"/>
            <a:ext cx="128016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2120" y="55595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98748" y="4878905"/>
            <a:ext cx="128016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90188" y="4970345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80160" y="3456432"/>
            <a:ext cx="128016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1600" y="3547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CBT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98748" y="2033959"/>
            <a:ext cx="1280160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90188" y="2125399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context, then choose the workflow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school, session and term before you enter records.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392" y="2926080"/>
            <a:ext cx="530352" cy="530352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navigation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Profile, notifications and account controls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0832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2926080"/>
            <a:ext cx="530352" cy="5303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26864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Sidebar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modules and workflows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47304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03336" y="2926080"/>
            <a:ext cx="530352" cy="530352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03336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03336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03336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Metrics, alerts, review queues and shortcuts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up in dependency order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records only work cleanly when the foundation is correct.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D300B0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School profile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602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574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55574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+ term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Classes + sections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934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906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5906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Subjects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072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11072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Staff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26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1D151F"/>
          </a:solidFill>
          <a:ln w="12700">
            <a:solidFill>
              <a:srgbClr val="1D15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23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9623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accurate profile prevents many errors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unique identifiers, correct roles and reachable contacts.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392" y="2926080"/>
            <a:ext cx="530352" cy="530352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Class, section, admission number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guardians and maintain 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0832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2926080"/>
            <a:ext cx="530352" cy="5303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26864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Staff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Named accounts and least privilege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teaching or finance roles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47304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03336" y="2926080"/>
            <a:ext cx="530352" cy="530352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03336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Parents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03336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 children and phone numbers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03336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login and communication details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Fees move from obligation to evidence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traceable collection process.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D300B0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fee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602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574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55574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934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906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5906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 payment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072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11072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26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1D151F"/>
          </a:solidFill>
          <a:ln w="12700">
            <a:solidFill>
              <a:srgbClr val="1D15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23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9623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Reconcile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4617720"/>
            <a:ext cx="11000232" cy="822960"/>
          </a:xfrm>
          <a:prstGeom prst="roundRect">
            <a:avLst>
              <a:gd name="adj" fmla="val 5556"/>
            </a:avLst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8006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debit alert is not payment confirmation. Verify the transaction or bank record.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is the release gate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score entry from approval and publication.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D300B0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602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574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55574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alerts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934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906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5906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072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11072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26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1D151F"/>
          </a:solidFill>
          <a:ln w="12700">
            <a:solidFill>
              <a:srgbClr val="1D15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23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9623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4617720"/>
            <a:ext cx="11000232" cy="822960"/>
          </a:xfrm>
          <a:prstGeom prst="roundRect">
            <a:avLst>
              <a:gd name="adj" fmla="val 5556"/>
            </a:avLst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8006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Resolve missing scores and high-severity alerts before approval.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ATTENDANCE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 exceptions early enough to act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capture is useful when someone reviews missing classes and repeated absence.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5266944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14600"/>
            <a:ext cx="73152" cy="297180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163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attendance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41832" y="3593592"/>
            <a:ext cx="82296" cy="82296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61288" y="35204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correct date and class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" y="4160520"/>
            <a:ext cx="82296" cy="82296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61288" y="40873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present, absent or late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832" y="4727448"/>
            <a:ext cx="82296" cy="82296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61288" y="46542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and confirm the summary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27648" y="2514600"/>
            <a:ext cx="5266944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2514600"/>
            <a:ext cx="73152" cy="29718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47688" y="28163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Staff attendance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75120" y="3593592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94576" y="35204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manual or authorized QR capture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4160520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94576" y="40873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clock-in exceptions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4727448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94576" y="46542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access restricted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Send the right message to the right audience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 and WhatsApp should be purposeful, tested and auditable.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D300B0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audience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602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574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55574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 one 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credit/data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934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906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5906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072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11072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26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1D151F"/>
          </a:solidFill>
          <a:ln w="12700">
            <a:solidFill>
              <a:srgbClr val="1D15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23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9623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delivery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4617720"/>
            <a:ext cx="11000232" cy="822960"/>
          </a:xfrm>
          <a:prstGeom prst="roundRect">
            <a:avLst>
              <a:gd name="adj" fmla="val 5556"/>
            </a:avLst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8006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Never expose passwords, PIN batches or private student files in chat.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CBT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Rehearse before candidates arrive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exam-day fix is preparation.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D300B0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exam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602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574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55574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questions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934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906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5906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device/network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072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11072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26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1D151F"/>
          </a:solidFill>
          <a:ln w="12700">
            <a:solidFill>
              <a:srgbClr val="1D15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23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9623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scores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HOSTEL + TRANSPORT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Capacity and assignments must stay visible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modules should always answer who, where and whether space is safe.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5266944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14600"/>
            <a:ext cx="73152" cy="297180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8163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41832" y="3593592"/>
            <a:ext cx="82296" cy="82296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61288" y="35204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Hostels, rooms and bed capacity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" y="4160520"/>
            <a:ext cx="82296" cy="82296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61288" y="40873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assignment and movement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832" y="4727448"/>
            <a:ext cx="82296" cy="82296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61288" y="46542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Occupancy and availability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27648" y="2514600"/>
            <a:ext cx="5266944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2514600"/>
            <a:ext cx="73152" cy="2971800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47688" y="28163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Transport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75120" y="3593592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94576" y="35204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Vehicles, routes, stops and schedules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4160520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94576" y="40873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Drivers and student assignments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4727448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94576" y="46542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and active status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BILLING + SUPPORT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 service continuity and report issues well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 early and make every support request reproducible.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392" y="2926080"/>
            <a:ext cx="530352" cy="530352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Billing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package, limits and renewal date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duplicate payment after a timeout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0832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2926080"/>
            <a:ext cx="530352" cy="5303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26864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+ action + exact time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and reference 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47304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03336" y="2926080"/>
            <a:ext cx="530352" cy="530352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03336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03336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Named accounts only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03336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leavers and confirm risky actions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one realistic school-day scenario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trainer assigns roles; each participant completes one linked action.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D300B0"/>
          </a:solidFill>
          <a:ln w="12700">
            <a:solidFill>
              <a:srgbClr val="D300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adds student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602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574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55574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Bursar invoices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marks attendance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4934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906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5906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enters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072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811072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reviews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2660" y="2880360"/>
            <a:ext cx="1741932" cy="1078992"/>
          </a:xfrm>
          <a:prstGeom prst="roundRect">
            <a:avLst>
              <a:gd name="adj" fmla="val 6780"/>
            </a:avLst>
          </a:prstGeom>
          <a:solidFill>
            <a:srgbClr val="1D151F"/>
          </a:solidFill>
          <a:ln w="12700">
            <a:solidFill>
              <a:srgbClr val="1D15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2388" y="2999232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962388" y="3273552"/>
            <a:ext cx="15224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Parent checks result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151F"/>
          </a:solidFill>
          <a:ln w="12700">
            <a:solidFill>
              <a:srgbClr val="1D15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2560320" cy="45720"/>
          </a:xfrm>
          <a:prstGeom prst="rect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583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00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ADOPTION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09960" y="347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66A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operating rhythm keeps data healthy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1907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owners and review the dashboard before problems become emergencies.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392" y="2926080"/>
            <a:ext cx="530352" cy="530352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Daily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Alerts, attendance, payments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 messages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0832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2926080"/>
            <a:ext cx="530352" cy="530352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26864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Profiles, access, submissions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checks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47304" y="2606040"/>
            <a:ext cx="34564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C3C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03336" y="2926080"/>
            <a:ext cx="530352" cy="530352"/>
          </a:xfrm>
          <a:prstGeom prst="ellipse">
            <a:avLst/>
          </a:prstGeom>
          <a:solidFill>
            <a:srgbClr val="D300B0"/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03336" y="2926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 close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03336" y="3630168"/>
            <a:ext cx="2944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1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Resolve, approve, publish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03336" y="4178808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66A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and prepare next term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3931920" cy="3931920"/>
          </a:xfrm>
          <a:prstGeom prst="ellipse">
            <a:avLst/>
          </a:prstGeom>
          <a:solidFill>
            <a:srgbClr val="D300B0">
              <a:alpha val="95000"/>
            </a:srgbClr>
          </a:solidFill>
          <a:ln w="12700">
            <a:solidFill>
              <a:srgbClr val="D300B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029200"/>
            <a:ext cx="2926080" cy="29260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594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GRADEQUEST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Leave training with owners, dates and a support path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015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9CA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school administrator, schedule the first review and start with clean foundation data.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961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 • DATE • FIRST REVIEW • SUPPORT PATH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653796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C8D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GradeQuest Training • Samaritan Technologies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Samaritan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GradeQuest Platform Training</dc:title>
  <dc:subject>GradeQuest school and individual user training</dc:subject>
  <dc:creator>Samaritan Technologies</dc:creator>
  <cp:lastModifiedBy>Samaritan Technologies</cp:lastModifiedBy>
  <cp:revision>1</cp:revision>
  <dcterms:created xsi:type="dcterms:W3CDTF">2026-08-08T21:56:02Z</dcterms:created>
  <dcterms:modified xsi:type="dcterms:W3CDTF">2026-08-08T21:56:02Z</dcterms:modified>
</cp:coreProperties>
</file>